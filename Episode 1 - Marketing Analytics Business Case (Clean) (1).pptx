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6236" autoAdjust="0"/>
  </p:normalViewPr>
  <p:slideViewPr>
    <p:cSldViewPr snapToGrid="0">
      <p:cViewPr varScale="1">
        <p:scale>
          <a:sx n="78" d="100"/>
          <a:sy n="78" d="100"/>
        </p:scale>
        <p:origin x="12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21.01.2026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online retail business, is facing reduced customer engagement and conversion rates despite launching several new online marketing campaigns. They are reaching out to you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number of customer interactions and engagement with the site 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Fewer site visitors are converting 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289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Sneha Pisolkar</cp:lastModifiedBy>
  <cp:revision>2</cp:revision>
  <dcterms:created xsi:type="dcterms:W3CDTF">2024-07-20T13:50:58Z</dcterms:created>
  <dcterms:modified xsi:type="dcterms:W3CDTF">2026-01-21T12:11:56Z</dcterms:modified>
</cp:coreProperties>
</file>